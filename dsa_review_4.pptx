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7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6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2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2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8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3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9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1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1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1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51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Ride Sharing &amp; Matching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DSA Review 4 Project (Final Review)</a:t>
            </a:r>
          </a:p>
          <a:p>
            <a:r>
              <a:rPr lang="en-US" dirty="0"/>
              <a:t>2510030288:Harshith</a:t>
            </a:r>
          </a:p>
          <a:p>
            <a:r>
              <a:rPr lang="en-US" dirty="0"/>
              <a:t>2510030335:sai Charan</a:t>
            </a:r>
          </a:p>
          <a:p>
            <a:r>
              <a:rPr lang="en-US" dirty="0"/>
              <a:t>2510030257:e.sai teja</a:t>
            </a:r>
          </a:p>
          <a:p>
            <a:r>
              <a:rPr lang="en-US" dirty="0"/>
              <a:t>2510030398:praneeth</a:t>
            </a:r>
          </a:p>
          <a:p>
            <a:r>
              <a:rPr lang="en-US" dirty="0"/>
              <a:t>2510030361:tanishk joshi</a:t>
            </a:r>
          </a:p>
          <a:p>
            <a:r>
              <a:rPr lang="en-US" dirty="0"/>
              <a:t>Branch: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Ride sharing platform that matches riders to the nearest available driver</a:t>
            </a:r>
          </a:p>
          <a:p>
            <a:r>
              <a:rPr lang="en-US" dirty="0"/>
              <a:t>City roads modeled as a weighted graph</a:t>
            </a:r>
          </a:p>
          <a:p>
            <a:r>
              <a:rPr lang="en-US" dirty="0"/>
              <a:t>Dijkstra's algorithm with a min-heap finds the closest driver</a:t>
            </a:r>
          </a:p>
          <a:p>
            <a:r>
              <a:rPr lang="en-US" dirty="0"/>
              <a:t>Greedy choice: always assign the closest driver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Rider sends a pickup request</a:t>
            </a:r>
          </a:p>
          <a:p>
            <a:r>
              <a:rPr lang="en-US" dirty="0"/>
              <a:t>2. Request joins the queue (FIFO)</a:t>
            </a:r>
          </a:p>
          <a:p>
            <a:r>
              <a:rPr lang="en-US" dirty="0"/>
              <a:t>3. Dijkstra runs from the rider's node</a:t>
            </a:r>
          </a:p>
          <a:p>
            <a:r>
              <a:rPr lang="en-US" dirty="0"/>
              <a:t>4. The first available driver reached is assigned</a:t>
            </a:r>
          </a:p>
          <a:p>
            <a:r>
              <a:rPr lang="en-US" dirty="0"/>
              <a:t>5. Driver is marked busy and the ride starts</a:t>
            </a:r>
          </a:p>
          <a:p>
            <a:r>
              <a:rPr lang="en-US" dirty="0"/>
              <a:t>6. After the ride, driver is free again at the drop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Graph: add roads and store the adjacency list</a:t>
            </a:r>
          </a:p>
          <a:p>
            <a:r>
              <a:rPr lang="en-US" dirty="0"/>
              <a:t>Driver manager: location and availability (hash map)</a:t>
            </a:r>
          </a:p>
          <a:p>
            <a:r>
              <a:rPr lang="en-US" dirty="0"/>
              <a:t>Rider queue: serves requests in order</a:t>
            </a:r>
          </a:p>
          <a:p>
            <a:r>
              <a:rPr lang="en-US" dirty="0"/>
              <a:t>Matcher: Dijkstra with min-heap and tie-breaking</a:t>
            </a:r>
          </a:p>
          <a:p>
            <a:r>
              <a:rPr lang="en-US" dirty="0"/>
              <a:t>Ride manager: start and finish rides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and Data Structures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Dijkstra's algorithm: shortest road distance</a:t>
            </a:r>
          </a:p>
          <a:p>
            <a:r>
              <a:rPr lang="en-US" dirty="0"/>
              <a:t>Greedy strategy: nearest driver first</a:t>
            </a:r>
          </a:p>
          <a:p>
            <a:r>
              <a:rPr lang="en-US" dirty="0"/>
              <a:t>Min-heap: O(log V) per operation</a:t>
            </a:r>
          </a:p>
          <a:p>
            <a:r>
              <a:rPr lang="en-US" dirty="0"/>
              <a:t>Adjacency list: O(V + E) space</a:t>
            </a:r>
          </a:p>
          <a:p>
            <a:r>
              <a:rPr lang="en-US" dirty="0"/>
              <a:t>Hash map: O(1) driver lookup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Roads: A-B 4, A-C 2, C-B 1, C-D 3, D-E 2, B-E 5</a:t>
            </a:r>
          </a:p>
          <a:p>
            <a:r>
              <a:rPr lang="en-US" dirty="0"/>
              <a:t>Drivers at B, D, E. Rider request from A</a:t>
            </a:r>
          </a:p>
          <a:p>
            <a:r>
              <a:rPr lang="en-US" dirty="0"/>
              <a:t>Output 1: driver at B, path A &gt; C &gt; B, distance 3</a:t>
            </a:r>
          </a:p>
          <a:p>
            <a:r>
              <a:rPr lang="en-US" dirty="0"/>
              <a:t>Next request from A: B is now busy</a:t>
            </a:r>
          </a:p>
          <a:p>
            <a:r>
              <a:rPr lang="en-US" dirty="0"/>
              <a:t>Output 2: driver at D, path A &gt; C &gt; D, distance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scan: O(n) per request, straight-line distance only</a:t>
            </a:r>
          </a:p>
          <a:p>
            <a:r>
              <a:rPr lang="en-US" dirty="0"/>
              <a:t>Dijkstra + min-heap: O((V + E) log V), uses real road distances</a:t>
            </a:r>
          </a:p>
          <a:p>
            <a:r>
              <a:rPr lang="en-US" dirty="0"/>
              <a:t>Space: O(V + E) for the graph and O(n) for drivers</a:t>
            </a:r>
          </a:p>
          <a:p>
            <a:r>
              <a:rPr lang="en-US" dirty="0"/>
              <a:t>Trade-off: a little more work per request for accurate matches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Equal distances: tie broken by lowest driver ID</a:t>
            </a:r>
          </a:p>
          <a:p>
            <a:r>
              <a:rPr lang="en-US" dirty="0"/>
              <a:t>No driver available: rider waits in the queue</a:t>
            </a:r>
          </a:p>
          <a:p>
            <a:r>
              <a:rPr lang="en-US" dirty="0"/>
              <a:t>Rider cannot be reached (disconnected map): request rejected</a:t>
            </a:r>
          </a:p>
          <a:p>
            <a:r>
              <a:rPr lang="en-US" dirty="0"/>
              <a:t>Rider and driver on the same node: distance 0</a:t>
            </a:r>
          </a:p>
          <a:p>
            <a:r>
              <a:rPr lang="en-US" dirty="0"/>
              <a:t>Busy drivers are skipped in the next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Distance ties: fixed with a deterministic tie-break rule</a:t>
            </a:r>
          </a:p>
          <a:p>
            <a:r>
              <a:rPr lang="en-US" dirty="0"/>
              <a:t>Slow full scan: solved by stopping Dijkstra early</a:t>
            </a:r>
          </a:p>
          <a:p>
            <a:r>
              <a:rPr lang="en-US" dirty="0"/>
              <a:t>Outdated driver locations: updated when a ride ends</a:t>
            </a:r>
          </a:p>
          <a:p>
            <a:r>
              <a:rPr lang="en-US" dirty="0"/>
              <a:t>Large maps: adjacency list used instead of a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Matching is based on road distance, not just straight-line distance</a:t>
            </a:r>
          </a:p>
          <a:p>
            <a:r>
              <a:rPr lang="en-US" dirty="0"/>
              <a:t>Search stops at the first driver found, so it runs faster</a:t>
            </a:r>
          </a:p>
          <a:p>
            <a:r>
              <a:rPr lang="en-US" dirty="0"/>
              <a:t>Applied graphs, heaps, hash maps and greedy design to a real problem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 traffic: time-based edge weights</a:t>
            </a:r>
          </a:p>
          <a:p>
            <a:r>
              <a:rPr lang="en-US" dirty="0"/>
              <a:t>A* search for faster routing on big maps</a:t>
            </a:r>
          </a:p>
          <a:p>
            <a:r>
              <a:rPr lang="en-US" dirty="0"/>
              <a:t>ML for demand prediction</a:t>
            </a:r>
          </a:p>
          <a:p>
            <a:r>
              <a:rPr lang="en-US" dirty="0"/>
              <a:t>Dynamic pricing</a:t>
            </a:r>
          </a:p>
          <a:p>
            <a:r>
              <a:rPr lang="en-US" dirty="0"/>
              <a:t>Ride pooling: multiple riders in one ride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of Developed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Moves from straight-line distance to road-aware matching</a:t>
            </a:r>
          </a:p>
          <a:p>
            <a:r>
              <a:rPr lang="en-US" dirty="0"/>
              <a:t>Combines a road graph and a min-heap in a single matching step</a:t>
            </a:r>
          </a:p>
          <a:p>
            <a:r>
              <a:rPr lang="en-US" dirty="0"/>
              <a:t>Early-stop Dijkstra: search ends at the first available driver</a:t>
            </a:r>
          </a:p>
          <a:p>
            <a:r>
              <a:rPr lang="en-US" dirty="0"/>
              <a:t>Deterministic tie-breaking for drivers at equal distance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Adaptability of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 on any map: only the graph input changes</a:t>
            </a:r>
          </a:p>
          <a:p>
            <a:r>
              <a:rPr lang="en-US" dirty="0"/>
              <a:t>Edge weights can be distance, travel time or live traffic</a:t>
            </a:r>
          </a:p>
          <a:p>
            <a:r>
              <a:rPr lang="en-US" dirty="0"/>
              <a:t>Extra rules (rating, vehicle type) can be added through heap priority</a:t>
            </a:r>
          </a:p>
          <a:p>
            <a:r>
              <a:rPr lang="en-US" dirty="0"/>
              <a:t>Also fits food delivery, courier and ambulance dispatch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Correctness: results checked against hand-computed shortest paths</a:t>
            </a:r>
          </a:p>
          <a:p>
            <a:r>
              <a:rPr lang="en-US" dirty="0"/>
              <a:t>Efficiency: O(n) scan vs O((V + E) log V) with early stop</a:t>
            </a:r>
          </a:p>
          <a:p>
            <a:r>
              <a:rPr lang="en-US" dirty="0"/>
              <a:t>Edge cases: ties, no driver available, disconnected map</a:t>
            </a:r>
          </a:p>
          <a:p>
            <a:r>
              <a:rPr lang="en-US" dirty="0"/>
              <a:t>Metrics: pickup distance and matching time per request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Dissemination and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input format: roads, drivers and rider requests</a:t>
            </a:r>
          </a:p>
          <a:p>
            <a:r>
              <a:rPr lang="en-US" dirty="0"/>
              <a:t>Commented code and README so results can be reproduced</a:t>
            </a:r>
          </a:p>
          <a:p>
            <a:r>
              <a:rPr lang="en-US" dirty="0"/>
              <a:t>Source code shared through a GitHub repository</a:t>
            </a:r>
          </a:p>
          <a:p>
            <a:r>
              <a:rPr lang="en-US" dirty="0"/>
              <a:t>No special hardware or software needed to run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model plus Dijkstra gives accurate nearest-driver matching</a:t>
            </a:r>
          </a:p>
          <a:p>
            <a:r>
              <a:rPr lang="en-US" dirty="0"/>
              <a:t>The right data structures keep matching efficient</a:t>
            </a:r>
          </a:p>
          <a:p>
            <a:r>
              <a:rPr lang="en-US" dirty="0"/>
              <a:t>DSA helps optimize real-world problems</a:t>
            </a:r>
          </a:p>
          <a:p>
            <a:r>
              <a:rPr lang="en-US" dirty="0"/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230</Words>
  <Application>Microsoft Office PowerPoint</Application>
  <PresentationFormat>On-screen Show (4:3)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Gill Sans MT</vt:lpstr>
      <vt:lpstr>Wingdings 2</vt:lpstr>
      <vt:lpstr>Dividend</vt:lpstr>
      <vt:lpstr>Ride Sharing &amp; Matching Platform</vt:lpstr>
      <vt:lpstr>Project Overview</vt:lpstr>
      <vt:lpstr>Final System Workflow</vt:lpstr>
      <vt:lpstr>Modules Implemented</vt:lpstr>
      <vt:lpstr>Algorithms and Data Structures Summary</vt:lpstr>
      <vt:lpstr>Sample Input and Output</vt:lpstr>
      <vt:lpstr>Complexity Comparison</vt:lpstr>
      <vt:lpstr>Testing and Edge Cases</vt:lpstr>
      <vt:lpstr>Challenges and Solutions</vt:lpstr>
      <vt:lpstr>Results and Learning Outcomes</vt:lpstr>
      <vt:lpstr>Future Improvements</vt:lpstr>
      <vt:lpstr>Novelty of Developed Methodology</vt:lpstr>
      <vt:lpstr>Adaptability of Methodology</vt:lpstr>
      <vt:lpstr>Methodology Evaluation</vt:lpstr>
      <vt:lpstr>Dissemination and Accessibility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dharam joshi</cp:lastModifiedBy>
  <cp:revision>2</cp:revision>
  <dcterms:created xsi:type="dcterms:W3CDTF">2013-01-27T09:14:16Z</dcterms:created>
  <dcterms:modified xsi:type="dcterms:W3CDTF">2026-10-06T03:26:21Z</dcterms:modified>
  <cp:category/>
</cp:coreProperties>
</file>