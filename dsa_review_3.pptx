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7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6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2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2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8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3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9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1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1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1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51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Ride Sharing &amp; Matching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DSA Review 3 Project</a:t>
            </a:r>
          </a:p>
          <a:p>
            <a:r>
              <a:rPr lang="en-US" dirty="0"/>
              <a:t>2510030288:Harshith</a:t>
            </a:r>
          </a:p>
          <a:p>
            <a:r>
              <a:rPr lang="en-US" dirty="0"/>
              <a:t>2510030335:sai Charan</a:t>
            </a:r>
          </a:p>
          <a:p>
            <a:r>
              <a:rPr lang="en-US" dirty="0"/>
              <a:t>2510030257:e.sai teja</a:t>
            </a:r>
          </a:p>
          <a:p>
            <a:r>
              <a:rPr lang="en-US" dirty="0"/>
              <a:t>2510030398:praneeth</a:t>
            </a:r>
          </a:p>
          <a:p>
            <a:r>
              <a:rPr lang="en-US" dirty="0"/>
              <a:t>2510030361:tanishk joshi</a:t>
            </a:r>
          </a:p>
          <a:p>
            <a:r>
              <a:rPr lang="en-US" dirty="0"/>
              <a:t>Branch: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Review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Riders request rides; the system matches the nearest available driver</a:t>
            </a:r>
          </a:p>
          <a:p>
            <a:r>
              <a:rPr lang="en-US" dirty="0"/>
              <a:t>Review 2 approach: compare all drivers and pick the minimum distance (O(n))</a:t>
            </a:r>
          </a:p>
          <a:p>
            <a:r>
              <a:rPr lang="en-US" dirty="0"/>
              <a:t>Review 3 focus: real road distances and a faster, smarter matching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Straight-Line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Ignores real roads, one-way streets and traffic</a:t>
            </a:r>
          </a:p>
          <a:p>
            <a:r>
              <a:rPr lang="en-US" dirty="0"/>
              <a:t>Checking every driver gets slow when the driver count grows</a:t>
            </a:r>
          </a:p>
          <a:p>
            <a:r>
              <a:rPr lang="en-US" dirty="0"/>
              <a:t>Ties are possible: (1,2) and (2,1) are both at distance 1 from rider (2,2)</a:t>
            </a:r>
          </a:p>
          <a:p>
            <a:r>
              <a:rPr lang="en-US" dirty="0"/>
              <a:t>Solution: model the city as a graph and use a priority queue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(adjacency list): the city road map</a:t>
            </a:r>
          </a:p>
          <a:p>
            <a:r>
              <a:rPr lang="en-US" dirty="0"/>
              <a:t>Min-heap (priority queue): always picks the closest node next</a:t>
            </a:r>
          </a:p>
          <a:p>
            <a:r>
              <a:rPr lang="en-US" dirty="0"/>
              <a:t>Hash map: driver ID to driver location and status</a:t>
            </a:r>
          </a:p>
          <a:p>
            <a:r>
              <a:rPr lang="en-US" dirty="0"/>
              <a:t>Queue: pending rider requests in FIFO order</a:t>
            </a:r>
          </a:p>
          <a:p>
            <a:r>
              <a:rPr lang="en-US" dirty="0"/>
              <a:t>Array: distance table dist[] for every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the City as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 = junction or pickup point</a:t>
            </a:r>
          </a:p>
          <a:p>
            <a:r>
              <a:rPr lang="en-US" dirty="0"/>
              <a:t>Edge = road, with weight = distance (or travel time)</a:t>
            </a:r>
          </a:p>
          <a:p>
            <a:r>
              <a:rPr lang="en-US" dirty="0"/>
              <a:t>Riders and drivers are placed on nodes</a:t>
            </a:r>
          </a:p>
          <a:p>
            <a:r>
              <a:rPr lang="en-US" dirty="0"/>
              <a:t>Stored as an adjacency list, so space is O(V + 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Dijkstra's Shortest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at the rider's node with distance 0</a:t>
            </a:r>
          </a:p>
          <a:p>
            <a:r>
              <a:rPr lang="en-US" dirty="0"/>
              <a:t>Pop the closest unvisited node from the min-heap</a:t>
            </a:r>
          </a:p>
          <a:p>
            <a:r>
              <a:rPr lang="en-US" dirty="0"/>
              <a:t>Relax its neighbours: update dist if a shorter path is found</a:t>
            </a:r>
          </a:p>
          <a:p>
            <a:r>
              <a:rPr lang="en-US" dirty="0"/>
              <a:t>Stop at the first node that holds an available driver</a:t>
            </a:r>
          </a:p>
          <a:p>
            <a:r>
              <a:rPr lang="en-US" dirty="0"/>
              <a:t>That driver is the nearest one by road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Algorithm (Pseudocode)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match(rider):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dist[all] = INF;  dist[rider.node] = 0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heap.push((0, rider.node))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while heap is not empty: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  (d, u) = heap.pop()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  if u has an available driver: return that driver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  for (v, w) in adj[u]: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    if d + w &lt; dist[v]: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      dist[v] = d + w;  heap.push((dist[v], v))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  <a:cs typeface="Consolas"/>
              </a:rPr>
              <a:t>  return NO_DRIVER_FOUND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Roads: A-B 4, A-C 2, C-B 1, C-D 3, D-E 2, B-E 5</a:t>
            </a:r>
          </a:p>
          <a:p>
            <a:r>
              <a:rPr lang="en-US" dirty="0"/>
              <a:t>Rider at A. Drivers at B, D and E</a:t>
            </a:r>
          </a:p>
          <a:p>
            <a:r>
              <a:rPr lang="en-US" dirty="0"/>
              <a:t>Shortest distances from A: C = 2, B = 3, D = 5, E = 7</a:t>
            </a:r>
          </a:p>
          <a:p>
            <a:r>
              <a:rPr lang="en-US" dirty="0"/>
              <a:t>Matched driver: B, via A &gt; C &gt; B, distance 3</a:t>
            </a:r>
          </a:p>
          <a:p>
            <a:r>
              <a:rPr lang="en-US" dirty="0"/>
              <a:t>The direct road A-B costs 4, so the shortest path beats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2 linear scan: O(n) per request, n = number of drivers</a:t>
            </a:r>
          </a:p>
          <a:p>
            <a:r>
              <a:rPr lang="en-US" dirty="0"/>
              <a:t>Dijkstra with min-heap: O((V + E) log V) in the worst case</a:t>
            </a:r>
          </a:p>
          <a:p>
            <a:r>
              <a:rPr lang="en-US" dirty="0"/>
              <a:t>Early stop means only the area around the rider is explored</a:t>
            </a:r>
          </a:p>
          <a:p>
            <a:r>
              <a:rPr lang="en-US" dirty="0"/>
              <a:t>Each heap push or pop: O(log V)</a:t>
            </a:r>
          </a:p>
          <a:p>
            <a:r>
              <a:rPr lang="en-US" dirty="0"/>
              <a:t>Space: O(V + 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of Developed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Moves from straight-line distance to road-aware matching</a:t>
            </a:r>
          </a:p>
          <a:p>
            <a:r>
              <a:rPr lang="en-US" dirty="0"/>
              <a:t>Combines a road graph and a min-heap in a single matching step</a:t>
            </a:r>
          </a:p>
          <a:p>
            <a:r>
              <a:rPr lang="en-US" dirty="0"/>
              <a:t>Early-stop Dijkstra: search ends at the first available driver</a:t>
            </a:r>
          </a:p>
          <a:p>
            <a:r>
              <a:rPr lang="en-US" dirty="0"/>
              <a:t>Deterministic tie-breaking for drivers at equal distance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Adaptability of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 on any map: only the graph input changes</a:t>
            </a:r>
          </a:p>
          <a:p>
            <a:r>
              <a:rPr lang="en-US" dirty="0"/>
              <a:t>Edge weights can be distance, travel time or live traffic</a:t>
            </a:r>
          </a:p>
          <a:p>
            <a:r>
              <a:rPr lang="en-US" dirty="0"/>
              <a:t>Extra rules (rating, vehicle type) can be added through heap priority</a:t>
            </a:r>
          </a:p>
          <a:p>
            <a:r>
              <a:rPr lang="en-US" dirty="0"/>
              <a:t>Also fits food delivery, courier and ambulance dispatch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Correctness: results checked against hand-computed shortest paths</a:t>
            </a:r>
          </a:p>
          <a:p>
            <a:r>
              <a:rPr lang="en-US" dirty="0"/>
              <a:t>Efficiency: O(n) scan vs O((V + E) log V) with early stop</a:t>
            </a:r>
          </a:p>
          <a:p>
            <a:r>
              <a:rPr lang="en-US" dirty="0"/>
              <a:t>Edge cases: ties, no driver available, disconnected map</a:t>
            </a:r>
          </a:p>
          <a:p>
            <a:r>
              <a:rPr lang="en-US" dirty="0"/>
              <a:t>Metrics: pickup distance and matching time per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Dissemination and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input format: roads, drivers and rider requests</a:t>
            </a:r>
          </a:p>
          <a:p>
            <a:r>
              <a:rPr lang="en-US" dirty="0"/>
              <a:t>Commented code and README so results can be reproduced</a:t>
            </a:r>
          </a:p>
          <a:p>
            <a:r>
              <a:rPr lang="en-US" dirty="0"/>
              <a:t>Source code shared through a GitHub repository</a:t>
            </a:r>
          </a:p>
          <a:p>
            <a:r>
              <a:rPr lang="en-US" dirty="0"/>
              <a:t>No special hardware or software needed to run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Completed: problem analysis, graph model, algorithm design, example check</a:t>
            </a:r>
          </a:p>
          <a:p>
            <a:r>
              <a:rPr lang="en-US" dirty="0"/>
              <a:t>Next: finish the code and test on larger maps</a:t>
            </a:r>
          </a:p>
          <a:p>
            <a:r>
              <a:rPr lang="en-US" dirty="0"/>
              <a:t>Next: handle ties and unavailable drivers</a:t>
            </a:r>
          </a:p>
          <a:p>
            <a:r>
              <a:rPr lang="en-US" dirty="0"/>
              <a:t>Review 4: final demo, results and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230</Words>
  <Application>Microsoft Office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Gill Sans MT</vt:lpstr>
      <vt:lpstr>Wingdings 2</vt:lpstr>
      <vt:lpstr>Dividend</vt:lpstr>
      <vt:lpstr>Ride Sharing &amp; Matching Platform</vt:lpstr>
      <vt:lpstr>Recap of Review 2</vt:lpstr>
      <vt:lpstr>Limitations of Straight-Line Distance</vt:lpstr>
      <vt:lpstr>Data Structures Used</vt:lpstr>
      <vt:lpstr>Modeling the City as a Graph</vt:lpstr>
      <vt:lpstr>Dijkstra's Shortest Path</vt:lpstr>
      <vt:lpstr>Matching Algorithm (Pseudocode)</vt:lpstr>
      <vt:lpstr>Worked Example</vt:lpstr>
      <vt:lpstr>Complexity Analysis</vt:lpstr>
      <vt:lpstr>Novelty of Developed Methodology</vt:lpstr>
      <vt:lpstr>Adaptability of Methodology</vt:lpstr>
      <vt:lpstr>Methodology Evaluation</vt:lpstr>
      <vt:lpstr>Dissemination and Accessibility</vt:lpstr>
      <vt:lpstr>Progress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dharam joshi</cp:lastModifiedBy>
  <cp:revision>2</cp:revision>
  <dcterms:created xsi:type="dcterms:W3CDTF">2013-01-27T09:14:16Z</dcterms:created>
  <dcterms:modified xsi:type="dcterms:W3CDTF">2026-10-06T03:26:21Z</dcterms:modified>
  <cp:category/>
</cp:coreProperties>
</file>