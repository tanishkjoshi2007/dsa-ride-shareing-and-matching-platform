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7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6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2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2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8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3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9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6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1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1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1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519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 Sharing &amp; Matching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DSA Review 2 Project</a:t>
            </a:r>
          </a:p>
          <a:p>
            <a:r>
              <a:rPr lang="en-US" dirty="0"/>
              <a:t>2510030288:Harshith</a:t>
            </a:r>
            <a:br>
              <a:rPr lang="en-US" dirty="0"/>
            </a:br>
            <a:r>
              <a:rPr lang="en-US" dirty="0"/>
              <a:t>2510030335:sai Charan</a:t>
            </a:r>
          </a:p>
          <a:p>
            <a:r>
              <a:rPr lang="en-US" dirty="0"/>
              <a:t>2510030257:e.sai </a:t>
            </a:r>
            <a:r>
              <a:rPr lang="en-US" dirty="0" err="1"/>
              <a:t>teja</a:t>
            </a:r>
            <a:endParaRPr lang="en-US" dirty="0"/>
          </a:p>
          <a:p>
            <a:r>
              <a:rPr lang="en-US" dirty="0"/>
              <a:t>2510030398:praneeth</a:t>
            </a:r>
          </a:p>
          <a:p>
            <a:r>
              <a:rPr lang="en-US" dirty="0"/>
              <a:t>2510030361:tanishk joshi</a:t>
            </a:r>
            <a:endParaRPr dirty="0"/>
          </a:p>
          <a:p>
            <a:r>
              <a:rPr dirty="0"/>
              <a:t>Branch: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like Uber/Ola that connects riders with drivers.</a:t>
            </a:r>
          </a:p>
          <a:p>
            <a:r>
              <a:t>Goal: Efficiently match riders to nearest available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multiple drivers and rider requests,</a:t>
            </a:r>
          </a:p>
          <a:p>
            <a:r>
              <a:t>find the best driver based on distance and time.</a:t>
            </a:r>
          </a:p>
          <a:p>
            <a:r>
              <a:t>Optimize matching to reduce waiting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Structures: Arrays, Lists</a:t>
            </a:r>
          </a:p>
          <a:p>
            <a:r>
              <a:t>• Algorithms: Searching, Sorting</a:t>
            </a:r>
          </a:p>
          <a:p>
            <a:r>
              <a:t>• Graphs: Shortest Path</a:t>
            </a:r>
          </a:p>
          <a:p>
            <a:r>
              <a:t>• Greedy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Rider sends request</a:t>
            </a:r>
          </a:p>
          <a:p>
            <a:r>
              <a:t>2. System checks available drivers</a:t>
            </a:r>
          </a:p>
          <a:p>
            <a:r>
              <a:t>3. Calculate distance</a:t>
            </a:r>
          </a:p>
          <a:p>
            <a:r>
              <a:t>4. Assign nearest driver</a:t>
            </a:r>
          </a:p>
          <a:p>
            <a:r>
              <a:t>5. Ride starts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distance formula or graph-based shortest path</a:t>
            </a:r>
          </a:p>
          <a:p>
            <a:r>
              <a:t>• Compare all drivers</a:t>
            </a:r>
          </a:p>
          <a:p>
            <a:r>
              <a:t>• Choose minimum distance driver</a:t>
            </a:r>
          </a:p>
          <a:p>
            <a:r>
              <a:t>Time Complexity: O(n)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Drivers at positions: (1,2), (5,6), (2,1)</a:t>
            </a:r>
          </a:p>
          <a:p>
            <a:r>
              <a:t>Rider at: (2,2)</a:t>
            </a:r>
          </a:p>
          <a:p>
            <a:r>
              <a:t>Nearest driver = (1,2)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matching</a:t>
            </a:r>
          </a:p>
          <a:p>
            <a:r>
              <a:t>• Reduced waiting time</a:t>
            </a:r>
          </a:p>
          <a:p>
            <a:r>
              <a:t>• Scalable system</a:t>
            </a:r>
          </a:p>
          <a:p>
            <a:r>
              <a:t>• Real-world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ML for demand prediction</a:t>
            </a:r>
          </a:p>
          <a:p>
            <a:r>
              <a:t>• Traffic-based routing</a:t>
            </a:r>
          </a:p>
          <a:p>
            <a:r>
              <a:t>• Dynamic pricing</a:t>
            </a:r>
          </a:p>
          <a:p>
            <a:r>
              <a:t>• Multiple ride 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ride matching improves user experience.</a:t>
            </a:r>
          </a:p>
          <a:p>
            <a:r>
              <a:t>DSA helps optimize real-world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230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Gill Sans MT</vt:lpstr>
      <vt:lpstr>Wingdings 2</vt:lpstr>
      <vt:lpstr>Dividend</vt:lpstr>
      <vt:lpstr>Ride Sharing &amp; Matching Platform</vt:lpstr>
      <vt:lpstr>Introduction</vt:lpstr>
      <vt:lpstr>Problem Statement</vt:lpstr>
      <vt:lpstr>Key Concepts Used</vt:lpstr>
      <vt:lpstr>System Workflow</vt:lpstr>
      <vt:lpstr>Algorithm Used</vt:lpstr>
      <vt:lpstr>Example</vt:lpstr>
      <vt:lpstr>Advantages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dharam joshi</cp:lastModifiedBy>
  <cp:revision>2</cp:revision>
  <dcterms:created xsi:type="dcterms:W3CDTF">2013-01-27T09:14:16Z</dcterms:created>
  <dcterms:modified xsi:type="dcterms:W3CDTF">2026-10-06T03:26:21Z</dcterms:modified>
  <cp:category/>
</cp:coreProperties>
</file>